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99060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1" d="100"/>
          <a:sy n="51" d="100"/>
        </p:scale>
        <p:origin x="7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646133"/>
            <a:ext cx="8420100" cy="3501813"/>
          </a:xfrm>
        </p:spPr>
        <p:txBody>
          <a:bodyPr anchor="b"/>
          <a:lstStyle>
            <a:lvl1pPr algn="ctr">
              <a:defRPr sz="6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5282989"/>
            <a:ext cx="7429500" cy="2428451"/>
          </a:xfrm>
        </p:spPr>
        <p:txBody>
          <a:bodyPr/>
          <a:lstStyle>
            <a:lvl1pPr marL="0" indent="0" algn="ctr">
              <a:buNone/>
              <a:defRPr sz="2600"/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B911-FD7A-4743-8A67-F6380DE4E66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65FF-FA8A-4A65-8F21-29B0FD60A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72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B911-FD7A-4743-8A67-F6380DE4E66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65FF-FA8A-4A65-8F21-29B0FD60A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46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2507618"/>
            <a:ext cx="8543925" cy="4184014"/>
          </a:xfrm>
        </p:spPr>
        <p:txBody>
          <a:bodyPr anchor="b"/>
          <a:lstStyle>
            <a:lvl1pPr>
              <a:defRPr sz="6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6731215"/>
            <a:ext cx="8543925" cy="2200274"/>
          </a:xfrm>
        </p:spPr>
        <p:txBody>
          <a:bodyPr/>
          <a:lstStyle>
            <a:lvl1pPr marL="0" indent="0">
              <a:buNone/>
              <a:defRPr sz="2600">
                <a:solidFill>
                  <a:schemeClr val="tx1"/>
                </a:solidFill>
              </a:defRPr>
            </a:lvl1pPr>
            <a:lvl2pPr marL="495285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99057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3pPr>
            <a:lvl4pPr marL="148585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4pPr>
            <a:lvl5pPr marL="198113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5pPr>
            <a:lvl6pPr marL="247642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6pPr>
            <a:lvl7pPr marL="297170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7pPr>
            <a:lvl8pPr marL="3466993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8pPr>
            <a:lvl9pPr marL="3962278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B911-FD7A-4743-8A67-F6380DE4E66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65FF-FA8A-4A65-8F21-29B0FD60A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80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2677584"/>
            <a:ext cx="4210050" cy="63819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2677584"/>
            <a:ext cx="4210050" cy="63819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B911-FD7A-4743-8A67-F6380DE4E66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65FF-FA8A-4A65-8F21-29B0FD60A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62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535519"/>
            <a:ext cx="8543925" cy="194415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2465706"/>
            <a:ext cx="4190702" cy="120840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3674110"/>
            <a:ext cx="4190702" cy="54040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2465706"/>
            <a:ext cx="4211340" cy="120840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3674110"/>
            <a:ext cx="4211340" cy="54040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B911-FD7A-4743-8A67-F6380DE4E66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65FF-FA8A-4A65-8F21-29B0FD60A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73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B911-FD7A-4743-8A67-F6380DE4E66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65FF-FA8A-4A65-8F21-29B0FD60A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5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B911-FD7A-4743-8A67-F6380DE4E66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65FF-FA8A-4A65-8F21-29B0FD60A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05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670560"/>
            <a:ext cx="3194943" cy="2346960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448226"/>
            <a:ext cx="5014913" cy="714798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017520"/>
            <a:ext cx="3194943" cy="559032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B911-FD7A-4743-8A67-F6380DE4E66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65FF-FA8A-4A65-8F21-29B0FD60A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11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670560"/>
            <a:ext cx="3194943" cy="2346960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1448226"/>
            <a:ext cx="5014913" cy="7147983"/>
          </a:xfrm>
        </p:spPr>
        <p:txBody>
          <a:bodyPr anchor="t"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017520"/>
            <a:ext cx="3194943" cy="559032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B911-FD7A-4743-8A67-F6380DE4E66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65FF-FA8A-4A65-8F21-29B0FD60A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5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B911-FD7A-4743-8A67-F6380DE4E66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65FF-FA8A-4A65-8F21-29B0FD60A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03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535517"/>
            <a:ext cx="2135981" cy="852402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535517"/>
            <a:ext cx="6284119" cy="85240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B911-FD7A-4743-8A67-F6380DE4E66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065FF-FA8A-4A65-8F21-29B0FD60A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3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535519"/>
            <a:ext cx="854392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2677584"/>
            <a:ext cx="854392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9322649"/>
            <a:ext cx="222885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0B911-FD7A-4743-8A67-F6380DE4E66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9322649"/>
            <a:ext cx="334327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9322649"/>
            <a:ext cx="222885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065FF-FA8A-4A65-8F21-29B0FD60A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5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90570" rtl="0" eaLnBrk="1" latinLnBrk="0" hangingPunct="1">
        <a:lnSpc>
          <a:spcPct val="90000"/>
        </a:lnSpc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642" indent="-247642" algn="l" defTabSz="990570" rtl="0" eaLnBrk="1" latinLnBrk="0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708008" y="2217423"/>
            <a:ext cx="3245730" cy="553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46" b="1" dirty="0">
                <a:solidFill>
                  <a:schemeClr val="tx1"/>
                </a:solidFill>
              </a:rPr>
              <a:t>Upload Fruit 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8009" y="3570559"/>
            <a:ext cx="3245730" cy="553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46" b="1">
                <a:solidFill>
                  <a:schemeClr val="tx1"/>
                </a:solidFill>
              </a:rPr>
              <a:t>Image Preprocessing</a:t>
            </a:r>
            <a:endParaRPr lang="en-US" sz="1846" b="1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708011" y="4923696"/>
            <a:ext cx="3245729" cy="553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46" b="1" dirty="0">
                <a:solidFill>
                  <a:schemeClr val="tx1"/>
                </a:solidFill>
              </a:rPr>
              <a:t>MobileNetV2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8009" y="6268916"/>
            <a:ext cx="3245729" cy="553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46" b="1" dirty="0">
                <a:solidFill>
                  <a:schemeClr val="tx1"/>
                </a:solidFill>
              </a:rPr>
              <a:t>Fruit &amp; Freshness 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1750" y="7601480"/>
            <a:ext cx="3245729" cy="553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46" b="1" dirty="0">
                <a:solidFill>
                  <a:schemeClr val="tx1"/>
                </a:solidFill>
              </a:rPr>
              <a:t>Confidence &amp; Probabilities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9229" y="8952241"/>
            <a:ext cx="3198250" cy="553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305" tIns="31652" rIns="63305" bIns="316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46" b="1" dirty="0">
                <a:solidFill>
                  <a:schemeClr val="tx1"/>
                </a:solidFill>
              </a:rPr>
              <a:t>Grad-CAM Explanation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026366" y="2999629"/>
            <a:ext cx="328246" cy="3402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62"/>
          </a:p>
        </p:txBody>
      </p:sp>
      <p:sp>
        <p:nvSpPr>
          <p:cNvPr id="15" name="Down Arrow 14"/>
          <p:cNvSpPr/>
          <p:nvPr/>
        </p:nvSpPr>
        <p:spPr>
          <a:xfrm>
            <a:off x="4994259" y="4309890"/>
            <a:ext cx="328246" cy="3402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62"/>
          </a:p>
        </p:txBody>
      </p:sp>
      <p:sp>
        <p:nvSpPr>
          <p:cNvPr id="16" name="Down Arrow 15"/>
          <p:cNvSpPr/>
          <p:nvPr/>
        </p:nvSpPr>
        <p:spPr>
          <a:xfrm>
            <a:off x="5026366" y="5708492"/>
            <a:ext cx="328246" cy="3402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62"/>
          </a:p>
        </p:txBody>
      </p:sp>
      <p:sp>
        <p:nvSpPr>
          <p:cNvPr id="17" name="Down Arrow 16"/>
          <p:cNvSpPr/>
          <p:nvPr/>
        </p:nvSpPr>
        <p:spPr>
          <a:xfrm>
            <a:off x="4994259" y="7059253"/>
            <a:ext cx="328246" cy="3402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62"/>
          </a:p>
        </p:txBody>
      </p:sp>
      <p:sp>
        <p:nvSpPr>
          <p:cNvPr id="18" name="Down Arrow 17"/>
          <p:cNvSpPr/>
          <p:nvPr/>
        </p:nvSpPr>
        <p:spPr>
          <a:xfrm>
            <a:off x="4994259" y="8383686"/>
            <a:ext cx="328246" cy="3402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62"/>
          </a:p>
        </p:txBody>
      </p:sp>
    </p:spTree>
    <p:extLst>
      <p:ext uri="{BB962C8B-B14F-4D97-AF65-F5344CB8AC3E}">
        <p14:creationId xmlns:p14="http://schemas.microsoft.com/office/powerpoint/2010/main" val="2996050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16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3</cp:revision>
  <dcterms:created xsi:type="dcterms:W3CDTF">2026-09-11T16:51:56Z</dcterms:created>
  <dcterms:modified xsi:type="dcterms:W3CDTF">2026-09-11T17:15:00Z</dcterms:modified>
</cp:coreProperties>
</file>